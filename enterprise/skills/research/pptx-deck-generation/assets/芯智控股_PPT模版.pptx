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88" r:id="rId2"/>
    <p:sldId id="489" r:id="rId3"/>
    <p:sldId id="50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>
          <p15:clr>
            <a:srgbClr val="A4A3A4"/>
          </p15:clr>
        </p15:guide>
        <p15:guide id="2" pos="3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38AE"/>
    <a:srgbClr val="FAA40A"/>
    <a:srgbClr val="005C9A"/>
    <a:srgbClr val="ED9A05"/>
    <a:srgbClr val="FBB12C"/>
    <a:srgbClr val="006CB5"/>
    <a:srgbClr val="DAA600"/>
    <a:srgbClr val="00A249"/>
    <a:srgbClr val="FFD03B"/>
    <a:srgbClr val="0062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95865" autoAdjust="0"/>
  </p:normalViewPr>
  <p:slideViewPr>
    <p:cSldViewPr>
      <p:cViewPr>
        <p:scale>
          <a:sx n="75" d="100"/>
          <a:sy n="75" d="100"/>
        </p:scale>
        <p:origin x="547" y="586"/>
      </p:cViewPr>
      <p:guideLst>
        <p:guide orient="horz" pos="2179"/>
        <p:guide pos="38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1980" y="66"/>
      </p:cViewPr>
      <p:guideLst/>
    </p:cSldViewPr>
  </p:notesViewPr>
  <p:gridSpacing cx="45720" cy="4572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FE886-4615-481D-979E-1E5ABE64C307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B0C85-A7AB-4399-8A30-742AA486D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810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B6EC6-F0D6-4FBB-AE45-67293B88E00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22305-EA56-459C-A41F-676AFCBD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3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1231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22305-EA56-459C-A41F-676AFCBD5CD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81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22305-EA56-459C-A41F-676AFCBD5CD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22305-EA56-459C-A41F-676AFCBD5C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168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2439035" cy="15457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-mi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646375" y="1280161"/>
            <a:ext cx="2835378" cy="42976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aceholder-mi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522283" y="3452686"/>
            <a:ext cx="2173091" cy="214884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6945" y="3452686"/>
            <a:ext cx="2173091" cy="214884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laceholder-mi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3482" y="1648668"/>
            <a:ext cx="5278225" cy="452555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laceholder-mi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02072" y="1170432"/>
            <a:ext cx="5263809" cy="451713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laceholder-mi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542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36830" y="1110343"/>
            <a:ext cx="4377917" cy="5747657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10992" y="283029"/>
            <a:ext cx="6746591" cy="314597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214951" y="0"/>
            <a:ext cx="2835378" cy="42568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356622" y="1033155"/>
            <a:ext cx="2872621" cy="42568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779617" y="4554074"/>
            <a:ext cx="4307954" cy="151273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55885" y="593917"/>
            <a:ext cx="4707136" cy="62640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18718" y="1888435"/>
            <a:ext cx="4394240" cy="4393096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834852" y="-46107"/>
            <a:ext cx="3794561" cy="322662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560608" y="3671128"/>
            <a:ext cx="3794561" cy="318687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7615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5938960" cy="687324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6253040" y="7620"/>
            <a:ext cx="5938960" cy="68503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5938960" cy="687324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2899044" cy="422515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3097652" y="0"/>
            <a:ext cx="2899044" cy="422515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6195303" y="0"/>
            <a:ext cx="2899044" cy="422515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9292956" y="0"/>
            <a:ext cx="2899044" cy="422515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-1" y="4462168"/>
            <a:ext cx="5996697" cy="239583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6195303" y="4462167"/>
            <a:ext cx="5996697" cy="239583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3429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0" y="4507783"/>
            <a:ext cx="2352415" cy="23502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2459896" y="4507783"/>
            <a:ext cx="2352415" cy="23502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4919793" y="4507783"/>
            <a:ext cx="2352415" cy="23502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7379689" y="4507783"/>
            <a:ext cx="2352415" cy="23502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9839585" y="4507783"/>
            <a:ext cx="2352415" cy="23502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8200204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990858" y="2579370"/>
            <a:ext cx="3231722" cy="201168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4515103" y="2579370"/>
            <a:ext cx="3231722" cy="201168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8039348" y="2579370"/>
            <a:ext cx="3231722" cy="201168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943841" y="1033329"/>
            <a:ext cx="2509678" cy="445312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7801069" y="1657350"/>
            <a:ext cx="3064038" cy="387803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885298" y="1944307"/>
            <a:ext cx="4554136" cy="256946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161944" y="3559891"/>
            <a:ext cx="3554304" cy="22509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480633" y="3559891"/>
            <a:ext cx="3554304" cy="22509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083124" y="1816769"/>
            <a:ext cx="3548307" cy="504123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ig 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718905" y="1309282"/>
            <a:ext cx="2341474" cy="418313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686706" y="1309282"/>
            <a:ext cx="2341474" cy="418313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1" y="4191000"/>
            <a:ext cx="12191999" cy="222882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17"/>
          <p:cNvSpPr>
            <a:spLocks noGrp="1"/>
          </p:cNvSpPr>
          <p:nvPr>
            <p:ph type="pic" sz="quarter" idx="18"/>
          </p:nvPr>
        </p:nvSpPr>
        <p:spPr>
          <a:xfrm>
            <a:off x="1189687" y="1112989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" name="Picture Placeholder 17"/>
          <p:cNvSpPr>
            <a:spLocks noGrp="1"/>
          </p:cNvSpPr>
          <p:nvPr>
            <p:ph type="pic" sz="quarter" idx="19"/>
          </p:nvPr>
        </p:nvSpPr>
        <p:spPr>
          <a:xfrm>
            <a:off x="2895187" y="1112989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4600687" y="1113555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17"/>
          <p:cNvSpPr>
            <a:spLocks noGrp="1"/>
          </p:cNvSpPr>
          <p:nvPr>
            <p:ph type="pic" sz="quarter" idx="21"/>
          </p:nvPr>
        </p:nvSpPr>
        <p:spPr>
          <a:xfrm>
            <a:off x="1189687" y="2799822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17"/>
          <p:cNvSpPr>
            <a:spLocks noGrp="1"/>
          </p:cNvSpPr>
          <p:nvPr>
            <p:ph type="pic" sz="quarter" idx="22"/>
          </p:nvPr>
        </p:nvSpPr>
        <p:spPr>
          <a:xfrm>
            <a:off x="2895187" y="2799822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9" name="Picture Placeholder 17"/>
          <p:cNvSpPr>
            <a:spLocks noGrp="1"/>
          </p:cNvSpPr>
          <p:nvPr>
            <p:ph type="pic" sz="quarter" idx="23"/>
          </p:nvPr>
        </p:nvSpPr>
        <p:spPr>
          <a:xfrm>
            <a:off x="4600687" y="2800389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Picture Placeholder 17"/>
          <p:cNvSpPr>
            <a:spLocks noGrp="1"/>
          </p:cNvSpPr>
          <p:nvPr>
            <p:ph type="pic" sz="quarter" idx="24"/>
          </p:nvPr>
        </p:nvSpPr>
        <p:spPr>
          <a:xfrm>
            <a:off x="1189687" y="4508630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Picture Placeholder 17"/>
          <p:cNvSpPr>
            <a:spLocks noGrp="1"/>
          </p:cNvSpPr>
          <p:nvPr>
            <p:ph type="pic" sz="quarter" idx="25"/>
          </p:nvPr>
        </p:nvSpPr>
        <p:spPr>
          <a:xfrm>
            <a:off x="2895187" y="4508630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2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4600687" y="4509197"/>
            <a:ext cx="1252997" cy="12488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gradFill>
          <a:gsLst>
            <a:gs pos="0">
              <a:srgbClr val="F0F7FE"/>
            </a:gs>
            <a:gs pos="66000">
              <a:schemeClr val="bg1"/>
            </a:gs>
            <a:gs pos="24000">
              <a:schemeClr val="bg1"/>
            </a:gs>
            <a:gs pos="100000">
              <a:srgbClr val="E0ECFC"/>
            </a:gs>
          </a:gsLst>
          <a:lin ang="438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40" y="0"/>
            <a:ext cx="12192000" cy="522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446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419" y="365125"/>
            <a:ext cx="105151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Montserrat Hairline" charset="0"/>
          <a:ea typeface="Montserrat Hairline" charset="0"/>
          <a:cs typeface="Montserrat Hairline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4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20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18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1600" kern="1200" dirty="0" smtClean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4pPr>
      <a:lvl5pPr marL="182816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sz="1600" kern="1200" dirty="0">
          <a:solidFill>
            <a:schemeClr val="tx1"/>
          </a:solidFill>
          <a:effectLst/>
          <a:latin typeface="Montserrat Hairline" charset="0"/>
          <a:ea typeface="Montserrat Hairline" charset="0"/>
          <a:cs typeface="Montserrat Hairline" charset="0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jpeg"/><Relationship Id="rId6" Type="http://schemas.openxmlformats.org/officeDocument/2006/relationships/image" Target="../media/image3.jpeg"/><Relationship Id="rId7" Type="http://schemas.openxmlformats.org/officeDocument/2006/relationships/image" Target="../media/image4.jpeg"/><Relationship Id="rId8" Type="http://schemas.openxmlformats.org/officeDocument/2006/relationships/image" Target="../media/image5.jpeg"/><Relationship Id="rId9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6470" y="5094123"/>
            <a:ext cx="3105530" cy="1669108"/>
          </a:xfrm>
          <a:prstGeom prst="rect">
            <a:avLst/>
          </a:prstGeom>
        </p:spPr>
      </p:pic>
      <p:pic>
        <p:nvPicPr>
          <p:cNvPr id="14" name="Picture 7" descr="D:\zoe.chen\Desktop\服务全球客户.jpg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3016928" y="5094123"/>
            <a:ext cx="3029120" cy="1672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 descr="E:\2017年工作资料\人力资源部设计\PPT\PPT素材\PPT封面素材\致力于人类数字化生活.jpg"/>
          <p:cNvPicPr>
            <a:picLocks noChangeAspect="1" noChangeArrowheads="1"/>
          </p:cNvPicPr>
          <p:nvPr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0" y="5094123"/>
            <a:ext cx="3016928" cy="1669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 descr="E:\JOE\临时文件\2017.06.29 田总ppt\Nipic_668573_e9bf88ab454ad462\桥梁1.jpg"/>
          <p:cNvPicPr>
            <a:picLocks noChangeAspect="1" noChangeArrowheads="1"/>
          </p:cNvPicPr>
          <p:nvPr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6046048" y="5094123"/>
            <a:ext cx="3040423" cy="1669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组 19"/>
          <p:cNvGrpSpPr/>
          <p:nvPr/>
        </p:nvGrpSpPr>
        <p:grpSpPr>
          <a:xfrm>
            <a:off x="0" y="6763231"/>
            <a:ext cx="12192000" cy="140489"/>
            <a:chOff x="0" y="6717511"/>
            <a:chExt cx="12192000" cy="140489"/>
          </a:xfrm>
        </p:grpSpPr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0" y="6717511"/>
              <a:ext cx="9086471" cy="140489"/>
            </a:xfrm>
            <a:prstGeom prst="rect">
              <a:avLst/>
            </a:prstGeom>
            <a:solidFill>
              <a:srgbClr val="006CB5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9086471" y="6717511"/>
              <a:ext cx="3105529" cy="140489"/>
            </a:xfrm>
            <a:prstGeom prst="rect">
              <a:avLst/>
            </a:prstGeom>
            <a:solidFill>
              <a:srgbClr val="FBB130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2781685" y="2971800"/>
            <a:ext cx="6528725" cy="0"/>
          </a:xfrm>
          <a:prstGeom prst="line">
            <a:avLst/>
          </a:prstGeom>
          <a:ln w="19050"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2700892" y="1973580"/>
            <a:ext cx="6789041" cy="86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ts val="6500"/>
              </a:lnSpc>
            </a:pPr>
            <a:r>
              <a:rPr lang="zh-CN" altLang="en-US" sz="4800" b="1" dirty="0" smtClean="0">
                <a:solidFill>
                  <a:schemeClr val="tx2">
                    <a:lumMod val="65000"/>
                    <a:lumOff val="3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cs typeface="PingFang SC" charset="-122"/>
                <a:sym typeface="宋体" panose="02010600030101010101" pitchFamily="2" charset="-122"/>
              </a:rPr>
              <a:t>替换标题名称</a:t>
            </a:r>
            <a:endParaRPr lang="zh-CN" altLang="en-US" sz="4800" b="1" dirty="0">
              <a:solidFill>
                <a:schemeClr val="tx2">
                  <a:lumMod val="65000"/>
                  <a:lumOff val="3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cs typeface="PingFang SC" charset="-122"/>
              <a:sym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0060317" y="774562"/>
            <a:ext cx="1704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tx1">
                    <a:lumMod val="7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Arial Unicode MS" panose="020B0604020202020204" pitchFamily="34" charset="-122"/>
              </a:rPr>
              <a:t>股票代码：</a:t>
            </a:r>
            <a:r>
              <a:rPr lang="en-US" altLang="zh-CN" sz="1200" dirty="0">
                <a:solidFill>
                  <a:schemeClr val="tx1">
                    <a:lumMod val="7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Arial Unicode MS" panose="020B0604020202020204" pitchFamily="34" charset="-122"/>
              </a:rPr>
              <a:t>02166.HK</a:t>
            </a:r>
            <a:endParaRPr lang="zh-CN" altLang="en-US" sz="1200" dirty="0">
              <a:solidFill>
                <a:schemeClr val="tx1">
                  <a:lumMod val="75000"/>
                </a:scheme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5080" y="320040"/>
            <a:ext cx="1559446" cy="50292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961294" y="5300395"/>
            <a:ext cx="1124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solidFill>
                  <a:schemeClr val="bg1">
                    <a:lumMod val="9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AI</a:t>
            </a:r>
            <a:r>
              <a:rPr lang="zh-CN" altLang="en-US" sz="1500" dirty="0">
                <a:solidFill>
                  <a:schemeClr val="bg1">
                    <a:lumMod val="9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引领未来</a:t>
            </a:r>
          </a:p>
        </p:txBody>
      </p:sp>
    </p:spTree>
    <p:extLst>
      <p:ext uri="{BB962C8B-B14F-4D97-AF65-F5344CB8AC3E}">
        <p14:creationId xmlns:p14="http://schemas.microsoft.com/office/powerpoint/2010/main" val="283725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0"/>
    </mc:Choice>
    <mc:Fallback xmlns="">
      <p:transition advClick="0" advTm="10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 21"/>
          <p:cNvGrpSpPr/>
          <p:nvPr/>
        </p:nvGrpSpPr>
        <p:grpSpPr>
          <a:xfrm>
            <a:off x="0" y="6765607"/>
            <a:ext cx="12192000" cy="138113"/>
            <a:chOff x="0" y="6719887"/>
            <a:chExt cx="12192000" cy="138113"/>
          </a:xfrm>
        </p:grpSpPr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0" y="6719887"/>
              <a:ext cx="9747084" cy="138113"/>
            </a:xfrm>
            <a:prstGeom prst="rect">
              <a:avLst/>
            </a:prstGeom>
            <a:solidFill>
              <a:srgbClr val="006CB5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4" name="矩形 10"/>
            <p:cNvSpPr>
              <a:spLocks noChangeArrowheads="1"/>
            </p:cNvSpPr>
            <p:nvPr/>
          </p:nvSpPr>
          <p:spPr bwMode="auto">
            <a:xfrm>
              <a:off x="9747084" y="6719887"/>
              <a:ext cx="2444916" cy="138113"/>
            </a:xfrm>
            <a:prstGeom prst="rect">
              <a:avLst/>
            </a:prstGeom>
            <a:solidFill>
              <a:srgbClr val="FBB130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87" name="图片 8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87" y="329049"/>
            <a:ext cx="566881" cy="475449"/>
          </a:xfrm>
          <a:prstGeom prst="rect">
            <a:avLst/>
          </a:prstGeom>
        </p:spPr>
      </p:pic>
      <p:sp>
        <p:nvSpPr>
          <p:cNvPr id="88" name="TextBox 4"/>
          <p:cNvSpPr txBox="1">
            <a:spLocks noChangeArrowheads="1"/>
          </p:cNvSpPr>
          <p:nvPr/>
        </p:nvSpPr>
        <p:spPr bwMode="auto">
          <a:xfrm>
            <a:off x="1062355" y="299740"/>
            <a:ext cx="535368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b="1" dirty="0" smtClean="0">
                <a:solidFill>
                  <a:schemeClr val="accent1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rPr>
              <a:t>PPT</a:t>
            </a:r>
            <a:r>
              <a:rPr lang="zh-CN" altLang="en-US" sz="2800" b="1" dirty="0">
                <a:solidFill>
                  <a:schemeClr val="accent1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rPr>
              <a:t>页面</a:t>
            </a:r>
            <a:r>
              <a:rPr lang="zh-CN" altLang="en-US" sz="2800" b="1" dirty="0" smtClean="0">
                <a:solidFill>
                  <a:schemeClr val="accent1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rPr>
              <a:t>标题</a:t>
            </a:r>
            <a:endParaRPr lang="zh-CN" altLang="en-US" sz="2800" b="1" dirty="0">
              <a:solidFill>
                <a:schemeClr val="accent1"/>
              </a:solidFill>
              <a:latin typeface="思源黑体 Heavy" panose="020B0A00000000000000" pitchFamily="34" charset="-122"/>
              <a:ea typeface="思源黑体 Heavy" panose="020B0A00000000000000" pitchFamily="34" charset="-122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394" y="297222"/>
            <a:ext cx="1331326" cy="4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5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 21"/>
          <p:cNvGrpSpPr/>
          <p:nvPr/>
        </p:nvGrpSpPr>
        <p:grpSpPr>
          <a:xfrm>
            <a:off x="0" y="6765607"/>
            <a:ext cx="12192000" cy="138113"/>
            <a:chOff x="0" y="6719887"/>
            <a:chExt cx="12192000" cy="138113"/>
          </a:xfrm>
        </p:grpSpPr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0" y="6719887"/>
              <a:ext cx="9747084" cy="138113"/>
            </a:xfrm>
            <a:prstGeom prst="rect">
              <a:avLst/>
            </a:prstGeom>
            <a:solidFill>
              <a:srgbClr val="006CB5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4" name="矩形 10"/>
            <p:cNvSpPr>
              <a:spLocks noChangeArrowheads="1"/>
            </p:cNvSpPr>
            <p:nvPr/>
          </p:nvSpPr>
          <p:spPr bwMode="auto">
            <a:xfrm>
              <a:off x="9747084" y="6719887"/>
              <a:ext cx="2444916" cy="138113"/>
            </a:xfrm>
            <a:prstGeom prst="rect">
              <a:avLst/>
            </a:prstGeom>
            <a:solidFill>
              <a:srgbClr val="FBB130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87" name="图片 8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87" y="329049"/>
            <a:ext cx="566881" cy="475449"/>
          </a:xfrm>
          <a:prstGeom prst="rect">
            <a:avLst/>
          </a:prstGeom>
        </p:spPr>
      </p:pic>
      <p:sp>
        <p:nvSpPr>
          <p:cNvPr id="88" name="TextBox 4"/>
          <p:cNvSpPr txBox="1">
            <a:spLocks noChangeArrowheads="1"/>
          </p:cNvSpPr>
          <p:nvPr/>
        </p:nvSpPr>
        <p:spPr bwMode="auto">
          <a:xfrm>
            <a:off x="1062355" y="299740"/>
            <a:ext cx="5353685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b="1" dirty="0" smtClean="0">
                <a:solidFill>
                  <a:schemeClr val="accent1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rPr>
              <a:t>PPT</a:t>
            </a:r>
            <a:r>
              <a:rPr lang="zh-CN" altLang="en-US" sz="2800" b="1" dirty="0">
                <a:solidFill>
                  <a:schemeClr val="accent1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rPr>
              <a:t>页面</a:t>
            </a:r>
            <a:r>
              <a:rPr lang="zh-CN" altLang="en-US" sz="2800" b="1" dirty="0" smtClean="0">
                <a:solidFill>
                  <a:schemeClr val="accent1"/>
                </a:solidFill>
                <a:latin typeface="思源黑体 Heavy" panose="020B0A00000000000000" pitchFamily="34" charset="-122"/>
                <a:ea typeface="思源黑体 Heavy" panose="020B0A00000000000000" pitchFamily="34" charset="-122"/>
              </a:rPr>
              <a:t>标题</a:t>
            </a:r>
            <a:endParaRPr lang="zh-CN" altLang="en-US" sz="2800" b="1" dirty="0">
              <a:solidFill>
                <a:schemeClr val="accent1"/>
              </a:solidFill>
              <a:latin typeface="思源黑体 Heavy" panose="020B0A00000000000000" pitchFamily="34" charset="-122"/>
              <a:ea typeface="思源黑体 Heavy" panose="020B0A00000000000000" pitchFamily="34" charset="-122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394" y="297222"/>
            <a:ext cx="1331326" cy="4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6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3" descr="D:\sebrina.zhu\Desktop\握手-2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-4614"/>
            <a:ext cx="12192000" cy="6738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8" name="组 57"/>
          <p:cNvGrpSpPr/>
          <p:nvPr/>
        </p:nvGrpSpPr>
        <p:grpSpPr>
          <a:xfrm>
            <a:off x="0" y="6738406"/>
            <a:ext cx="12192000" cy="138113"/>
            <a:chOff x="0" y="6719887"/>
            <a:chExt cx="12192000" cy="138113"/>
          </a:xfrm>
        </p:grpSpPr>
        <p:sp>
          <p:nvSpPr>
            <p:cNvPr id="59" name="矩形 58"/>
            <p:cNvSpPr>
              <a:spLocks noChangeArrowheads="1"/>
            </p:cNvSpPr>
            <p:nvPr/>
          </p:nvSpPr>
          <p:spPr bwMode="auto">
            <a:xfrm>
              <a:off x="0" y="6719887"/>
              <a:ext cx="9747084" cy="138113"/>
            </a:xfrm>
            <a:prstGeom prst="rect">
              <a:avLst/>
            </a:prstGeom>
            <a:solidFill>
              <a:srgbClr val="006CB5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60" name="矩形 10"/>
            <p:cNvSpPr>
              <a:spLocks noChangeArrowheads="1"/>
            </p:cNvSpPr>
            <p:nvPr/>
          </p:nvSpPr>
          <p:spPr bwMode="auto">
            <a:xfrm>
              <a:off x="9747084" y="6719887"/>
              <a:ext cx="2444916" cy="138113"/>
            </a:xfrm>
            <a:prstGeom prst="rect">
              <a:avLst/>
            </a:prstGeom>
            <a:solidFill>
              <a:srgbClr val="FBB130"/>
            </a:solidFill>
            <a:ln>
              <a:noFill/>
            </a:ln>
          </p:spPr>
          <p:txBody>
            <a:bodyPr anchor="ctr"/>
            <a:lstStyle/>
            <a:p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0" name="矩形 11"/>
          <p:cNvSpPr>
            <a:spLocks noChangeArrowheads="1"/>
          </p:cNvSpPr>
          <p:nvPr/>
        </p:nvSpPr>
        <p:spPr bwMode="auto">
          <a:xfrm>
            <a:off x="3869702" y="1405669"/>
            <a:ext cx="4440872" cy="1323439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8000" b="1" dirty="0">
                <a:solidFill>
                  <a:srgbClr val="0062A4"/>
                </a:solidFill>
                <a:latin typeface="Arial Black" panose="020B0A04020102090204" pitchFamily="34" charset="0"/>
                <a:ea typeface="思源宋体 Heavy" panose="02020900000000000000" pitchFamily="18" charset="-122"/>
                <a:cs typeface="Verdana" panose="020B0604030504040204" pitchFamily="34" charset="0"/>
              </a:rPr>
              <a:t>Thanks</a:t>
            </a:r>
            <a:endParaRPr lang="zh-CN" altLang="en-US" sz="8000" b="1" dirty="0">
              <a:solidFill>
                <a:srgbClr val="0062A4"/>
              </a:solidFill>
              <a:latin typeface="Arial Black" panose="020B0A04020102090204" pitchFamily="34" charset="0"/>
              <a:ea typeface="思源宋体 Heavy" panose="02020900000000000000" pitchFamily="18" charset="-122"/>
              <a:cs typeface="Verdana" panose="020B060403050404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1498" y="3617135"/>
            <a:ext cx="1097280" cy="1097280"/>
          </a:xfrm>
          <a:prstGeom prst="rect">
            <a:avLst/>
          </a:prstGeom>
        </p:spPr>
      </p:pic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4130040" y="2830192"/>
            <a:ext cx="43935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005C9A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止于至善，追求卓越！</a:t>
            </a:r>
          </a:p>
        </p:txBody>
      </p:sp>
    </p:spTree>
    <p:extLst>
      <p:ext uri="{BB962C8B-B14F-4D97-AF65-F5344CB8AC3E}">
        <p14:creationId xmlns:p14="http://schemas.microsoft.com/office/powerpoint/2010/main" val="423812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Default Theme">
  <a:themeElements>
    <a:clrScheme name="minus 2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ECE1D7"/>
      </a:accent2>
      <a:accent3>
        <a:srgbClr val="545557"/>
      </a:accent3>
      <a:accent4>
        <a:srgbClr val="91969B"/>
      </a:accent4>
      <a:accent5>
        <a:srgbClr val="4B5050"/>
      </a:accent5>
      <a:accent6>
        <a:srgbClr val="91969B"/>
      </a:accent6>
      <a:hlink>
        <a:srgbClr val="4B5050"/>
      </a:hlink>
      <a:folHlink>
        <a:srgbClr val="19BB9B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67686</TotalTime>
  <Words>28</Words>
  <Application>Microsoft Office PowerPoint</Application>
  <PresentationFormat>宽屏</PresentationFormat>
  <Paragraphs>10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 Unicode MS</vt:lpstr>
      <vt:lpstr>Lato Light</vt:lpstr>
      <vt:lpstr>Montserrat Hairline</vt:lpstr>
      <vt:lpstr>PingFang SC</vt:lpstr>
      <vt:lpstr>等线</vt:lpstr>
      <vt:lpstr>思源黑体 CN Regular</vt:lpstr>
      <vt:lpstr>思源黑体 Heavy</vt:lpstr>
      <vt:lpstr>思源黑体 Normal</vt:lpstr>
      <vt:lpstr>思源宋体 Heavy</vt:lpstr>
      <vt:lpstr>宋体</vt:lpstr>
      <vt:lpstr>Arial</vt:lpstr>
      <vt:lpstr>Arial Black</vt:lpstr>
      <vt:lpstr>Calibri</vt:lpstr>
      <vt:lpstr>Verdana</vt:lpstr>
      <vt:lpstr>Default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From1989.taobao.com</dc:creator>
  <cp:lastModifiedBy>谢艺</cp:lastModifiedBy>
  <cp:revision>1325</cp:revision>
  <dcterms:created xsi:type="dcterms:W3CDTF">2017-11-07T05:40:00Z</dcterms:created>
  <dcterms:modified xsi:type="dcterms:W3CDTF">2026-09-09T03:59:43Z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